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1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82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B2FB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94560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QuizRush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Quiz Platform for Web and Mobile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5029200" cy="0"/>
          </a:xfrm>
          <a:prstGeom prst="line">
            <a:avLst/>
          </a:prstGeom>
          <a:noFill/>
          <a:ln w="317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OICAR  |  Algebra Bernays University  |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Lead: Roko Pejo Bozic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673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Matej Pilic  |  Pavlo Nerekov  |  Maksym Moroz  |  Goran Junior Skoric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15568" y="189280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04688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04688" y="189280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15568" y="299008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04688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04688" y="299008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15568" y="408736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548640" cy="54864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04688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04688" y="4087368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yet another quiz platform?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9144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Ecosystems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and similar tools lock you into their platform - no self-hosting, no data ownership, no white-labeling for custom use cases.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9144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Web-Only or Mobile-Only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open-source alternatives work on web OR mobile - not both. This fragments the user experience and limits adoption.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94176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9144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7673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Developer Flexibility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question types</a:t>
            </a:r>
            <a:r>
              <a:rPr lang="hr-HR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scoring rules. Teams cannot extend or integrate these tools into their own systems.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QuizRush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self-hosted, open-architecture real-time quiz platform that works seamlessly on both web browsers and native mobile apps.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2743200" cy="6400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2926080"/>
            <a:ext cx="640080" cy="64008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40416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SPA.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and players on any browser.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278892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2926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434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40416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app.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TBD in Sprint 1.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7432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9480" y="2926080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694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0416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WebSockets.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questions and live scores.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475488" cy="475488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Host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1600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builder with multiple question types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PIN-based session launch for instant access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dashboard with full game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148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161288"/>
            <a:ext cx="475488" cy="47548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1161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Gameplay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3752" y="1600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pushed live via SignalR WebSockets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Per-question countdown timer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Speed-based scoring - faster earns more points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3035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Leaderboard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update after every question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podium and winner announcement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per-player stats breakdown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1148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035808"/>
            <a:ext cx="475488" cy="47548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0" y="3035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73752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login with JWT authentication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history and personal stats dashboard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quiz library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36192" cy="2743200"/>
          </a:xfrm>
          <a:prstGeom prst="rect">
            <a:avLst/>
          </a:prstGeom>
          <a:solidFill>
            <a:srgbClr val="2A2545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1389888"/>
            <a:ext cx="640080" cy="64008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creates quiz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56232" y="2514600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1536192" cy="2743200"/>
          </a:xfrm>
          <a:prstGeom prst="rect">
            <a:avLst/>
          </a:prstGeom>
          <a:solidFill>
            <a:srgbClr val="2A2545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9736" y="1389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9736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shared with players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93592" y="2514600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1188720"/>
            <a:ext cx="1536192" cy="2743200"/>
          </a:xfrm>
          <a:prstGeom prst="rect">
            <a:avLst/>
          </a:prstGeom>
          <a:solidFill>
            <a:srgbClr val="2A25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97096" y="138988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97096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2194560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join web or mobile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30952" y="2514600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1188720"/>
            <a:ext cx="1536192" cy="2743200"/>
          </a:xfrm>
          <a:prstGeom prst="rect">
            <a:avLst/>
          </a:prstGeom>
          <a:solidFill>
            <a:srgbClr val="2A2545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34456" y="1389888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34456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broadcast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68312" y="2514600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23760" y="1188720"/>
            <a:ext cx="1536192" cy="2743200"/>
          </a:xfrm>
          <a:prstGeom prst="rect">
            <a:avLst/>
          </a:prstGeom>
          <a:solidFill>
            <a:srgbClr val="2A2545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71816" y="138988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71816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2194560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and final results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uses web browser  |  Players can use web OR native mobile 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app</a:t>
            </a: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(framework TBD)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371600"/>
            <a:ext cx="34747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13716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app (stack TBD)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SignalR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SignalR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063240"/>
            <a:ext cx="4572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0" y="30632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Web 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86000" y="3502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(GameHub)  |  JWT Auth  |  EF 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4526280"/>
            <a:ext cx="29260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0896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</a:t>
            </a: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</a:t>
            </a:r>
            <a:r>
              <a:rPr lang="hr-HR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(TBD)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architecture - subject to team finalization in Sprint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57400" cy="3749040"/>
          </a:xfrm>
          <a:prstGeom prst="rect">
            <a:avLst/>
          </a:prstGeom>
          <a:solidFill>
            <a:srgbClr val="22243A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57400" cy="47548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18379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(planned)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WebSockets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or SQL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1051560"/>
            <a:ext cx="2057400" cy="3749040"/>
          </a:xfrm>
          <a:prstGeom prst="rect">
            <a:avLst/>
          </a:prstGeom>
          <a:solidFill>
            <a:srgbClr val="22243A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78608" y="1051560"/>
            <a:ext cx="2057400" cy="47548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78608" y="105156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88336" y="1627632"/>
            <a:ext cx="18379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TBD (Sprint 1)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SPA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JS Client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82896" y="1051560"/>
            <a:ext cx="1920240" cy="3749040"/>
          </a:xfrm>
          <a:prstGeom prst="rect">
            <a:avLst/>
          </a:prstGeom>
          <a:solidFill>
            <a:srgbClr val="22243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82896" y="1051560"/>
            <a:ext cx="192024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92624" y="1627632"/>
            <a:ext cx="17007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TBD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(primary target)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approach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API client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051560"/>
            <a:ext cx="1920240" cy="3749040"/>
          </a:xfrm>
          <a:prstGeom prst="rect">
            <a:avLst/>
          </a:prstGeom>
          <a:solidFill>
            <a:srgbClr val="22243A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051560"/>
            <a:ext cx="1920240" cy="4754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04888" y="1627632"/>
            <a:ext cx="17007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Compose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OpenAPI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91440" cy="84124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 10-23.03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schema, project setup, JWT auth, CI/CD pipeline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91440" cy="8412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 24.03-06.04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490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CRUD, user management, game session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91440" cy="84124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07-20.04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+ Web Basics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496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GameHub, host view, player join 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057400"/>
            <a:ext cx="91440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 21.04-04.05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Complete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496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web view, quiz builder UI, leaderboard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91440" cy="8412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 05-18.05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5021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app: join, answer questions, leaderboard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91440" cy="84124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 19.05-01.06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+ Analytics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35021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host view, stats, bug fixes, documentation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 02-15.06  |  Integration testing, deployment, documentation and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72768" cy="2560320"/>
          </a:xfrm>
          <a:prstGeom prst="rect">
            <a:avLst/>
          </a:prstGeom>
          <a:solidFill>
            <a:srgbClr val="252545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23444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221284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Roko Pejo Bozic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1298448" cy="3200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1005840"/>
            <a:ext cx="1572768" cy="2560320"/>
          </a:xfrm>
          <a:prstGeom prst="rect">
            <a:avLst/>
          </a:prstGeom>
          <a:solidFill>
            <a:srgbClr val="252545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822960" cy="82296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21408" y="221284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Matej Pilic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85416" y="2926080"/>
            <a:ext cx="1298448" cy="3200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85416" y="2926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2192" y="1005840"/>
            <a:ext cx="1572768" cy="2560320"/>
          </a:xfrm>
          <a:prstGeom prst="rect">
            <a:avLst/>
          </a:prstGeom>
          <a:solidFill>
            <a:srgbClr val="252545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97096" y="1234440"/>
            <a:ext cx="822960" cy="82296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97096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95344" y="221284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Pavlo Nerekov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59352" y="2926080"/>
            <a:ext cx="1298448" cy="3200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59352" y="2926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96128" y="1005840"/>
            <a:ext cx="1572768" cy="2560320"/>
          </a:xfrm>
          <a:prstGeom prst="rect">
            <a:avLst/>
          </a:prstGeom>
          <a:solidFill>
            <a:srgbClr val="2525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71032" y="12344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71032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221284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Maksym Moroz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33288" y="2926080"/>
            <a:ext cx="1298448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33288" y="2926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70064" y="1005840"/>
            <a:ext cx="1572768" cy="2560320"/>
          </a:xfrm>
          <a:prstGeom prst="rect">
            <a:avLst/>
          </a:prstGeom>
          <a:solidFill>
            <a:srgbClr val="252545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44968" y="12344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4496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43216" y="221284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Goran Jr. Skoric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07224" y="2926080"/>
            <a:ext cx="1298448" cy="3200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07224" y="2926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4BACB84D16C54C89C879735DA67DF1" ma:contentTypeVersion="0" ma:contentTypeDescription="Create a new document." ma:contentTypeScope="" ma:versionID="3549dfc30f09c80953503594fa092ba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DC3D90-9BD7-46A7-8DC5-77F664C5228D}"/>
</file>

<file path=customXml/itemProps2.xml><?xml version="1.0" encoding="utf-8"?>
<ds:datastoreItem xmlns:ds="http://schemas.openxmlformats.org/officeDocument/2006/customXml" ds:itemID="{E43CBE5F-B727-4E56-8733-C492C81DB600}"/>
</file>

<file path=customXml/itemProps3.xml><?xml version="1.0" encoding="utf-8"?>
<ds:datastoreItem xmlns:ds="http://schemas.openxmlformats.org/officeDocument/2006/customXml" ds:itemID="{A086EDE7-8B32-49F5-832D-198469635297}"/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582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QuizRush - Project Pitch</dc:title>
  <dc:subject>PptxGenJS Presentation</dc:subject>
  <dc:creator>PptxGenJS</dc:creator>
  <cp:lastModifiedBy>Roko Pejo Božić | Student</cp:lastModifiedBy>
  <cp:revision>3</cp:revision>
  <dcterms:created xsi:type="dcterms:W3CDTF">2026-03-11T21:17:42Z</dcterms:created>
  <dcterms:modified xsi:type="dcterms:W3CDTF">2026-03-12T09:16:32Z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0x0101005A4BACB84D16C54C89C879735DA67DF1</vt:lpwstr>
  </property>
</Properties>
</file>